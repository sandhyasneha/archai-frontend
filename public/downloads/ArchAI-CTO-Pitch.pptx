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Typical cost per architecture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architecture (USD, log scale illustrative)</c:v>
                </c:pt>
              </c:strCache>
            </c:strRef>
          </c:tx>
          <c:spPr>
            <a:solidFill>
              <a:srgbClr val="0A0A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0A0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666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Manual consulting</c:v>
                  </c:pt>
                  <c:pt idx="1">
                    <c:v>In-house DevOps time</c:v>
                  </c:pt>
                  <c:pt idx="2">
                    <c:v>ArchAI (Pro plan)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27500</c:v>
                </c:pt>
                <c:pt idx="1">
                  <c:v>1250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onwhite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02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ArchAI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Business Case for ArchAI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The AI Cloud Architect for SMBs — pitch, moat, ROI, comparison, and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</a:rPr>
              <a:t>Prepared for CTO / CIO evaluation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ArchAI — A product from nexplanit.com  ·  info@nexplan.io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stand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</a:rPr>
              <a:t>Cloud architecture is slow, expensive, and reviewed after the fact.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331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</a:rPr>
              <a:t>$500/hour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023360" y="23317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Typical enterprise cloud consulting rate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566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</a:rPr>
              <a:t>2–6 weeks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023360" y="356616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Time from kickoff to a usable architecture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46634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8006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</a:rPr>
              <a:t>After the fact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023360" y="4800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When security &amp; compliance usually get reviewed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ArchAI — A product from nexplanit.com  ·  info@nexplan.io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onwhite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9999"/>
                </a:solidFill>
              </a:rPr>
              <a:t>THE PITCH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Cloud architecture, at software speed and software cost.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CCCCC"/>
                </a:solidFill>
              </a:rPr>
              <a:t>ArchAI replaces manual consulting and hand-written Terraform with a validated, multi-agent AI pipeline. Describe a system in plain English — or point it at infrastructure you already have — and get production-ready, audited Terraform for AWS, Azure, and GCP in minutes. Starting free.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ArchAI — A product from nexplanit.com  ·  info@nexplan.io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stand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</a:rPr>
              <a:t>Four specialised AI agents. One validated blueprint.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0A0A0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Gatekeeper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5555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Validates the request is genuine infra work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0" y="2514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520440" y="210312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0A0A0A"/>
          </a:solidFill>
          <a:ln/>
        </p:spPr>
      </p:sp>
      <p:sp>
        <p:nvSpPr>
          <p:cNvPr id="11" name="Text 8"/>
          <p:cNvSpPr/>
          <p:nvPr/>
        </p:nvSpPr>
        <p:spPr>
          <a:xfrm>
            <a:off x="35204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2044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5555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29000" y="352044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Designs the resource plan as structured JSON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2514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400800" y="210312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0A0A0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Engineer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5555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309360" y="352044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Writes production Terraform (HCL)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61120" y="2514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281160" y="210312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0A0A0A"/>
          </a:solidFill>
          <a:ln/>
        </p:spPr>
      </p:sp>
      <p:sp>
        <p:nvSpPr>
          <p:cNvPr id="21" name="Text 18"/>
          <p:cNvSpPr/>
          <p:nvPr/>
        </p:nvSpPr>
        <p:spPr>
          <a:xfrm>
            <a:off x="928116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Auditor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8116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5555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189720" y="352044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Checks syntax &amp; security — retries on failure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" y="5120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Same pattern for Brownfield: Scanner → Auditor → Planner → Engineer, plus an auto-generated Architectural Decision Record.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ArchAI — A product from nexplanit.com  ·  info@nexplan.io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stand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</a:rPr>
              <a:t>THE MOAT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</a:rPr>
              <a:t>Why this is defensible, not just a wrapper on an LLM.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</a:rPr>
              <a:t>Validated output, not raw generation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A dedicated Auditor checks every blueprint before you see it — retrying automatically on failure.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20116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63640" y="2468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</a:rPr>
              <a:t>Compounding switching cost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63640" y="2971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Your standards, encoded once in the Knowledge Base, enforced on every future blueprint automatically.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2976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434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4754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</a:rPr>
              <a:t>Full lifecycle, not a point solution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8680" y="5257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Design, security, cost, DR, and brownfield migration — in one platform, not five stitched together.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42976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4434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4754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</a:rPr>
              <a:t>SMB-priced, enterprise-capable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63640" y="5257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Comparable platforms price $349–$1,500+/mo for platform teams. ArchAI starts free, full capability at $199/mo.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ArchAI — A product from nexplanit.com  ·  info@nexplan.io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stand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</a:rPr>
              <a:t>COST &amp; ROI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</a:rPr>
              <a:t>What this actually saves you.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589520" y="173736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F5F5F5"/>
          </a:solidFill>
          <a:ln/>
        </p:spPr>
      </p:sp>
      <p:sp>
        <p:nvSpPr>
          <p:cNvPr id="7" name="Text 3"/>
          <p:cNvSpPr/>
          <p:nvPr/>
        </p:nvSpPr>
        <p:spPr>
          <a:xfrm>
            <a:off x="786384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Time to result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863840" y="2377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2–6 weeks  →  under 2 minutes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638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Compliance review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863840" y="35204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Manual, extra cost  →  automatic, every blueprint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863840" y="4480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Entry cost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863840" y="4892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$0 to start, full platform at $199/mo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ArchAI — A product from nexplanit.com  ·  info@nexplan.io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stand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</a:rPr>
              <a:t>FEATURES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</a:rPr>
              <a:t>One platform, the full lifecycle.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9933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</a:rPr>
              <a:t>Greenfield design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Plain-English input → validated Terraform in under 2 minutes.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6280" y="19933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</a:rPr>
              <a:t>Brownfield migration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26280" y="24231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Scan existing infra, get an audited phased migration plan.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1828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0" y="199339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</a:rPr>
              <a:t>Security &amp; compliance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0" y="24231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SOC 2, GDPR, HIPAA, CIS Benchmark — applied automatically.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</a:rPr>
              <a:t>Multi-cloud cost comparison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43434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Side-by-side AWS/Azure/GCP estimates, built in.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39136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</a:rPr>
              <a:t>Disaster recovery planning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26280" y="43434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RTO/RPO targets generated with every architecture.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4672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0" y="39136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</a:rPr>
              <a:t>Knowledge Base enforcement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229600" y="43434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Your standards, enforced on every future blueprint.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ArchAI — A product from nexplanit.com  ·  info@nexplan.io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stand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</a:rPr>
              <a:t>HOW IT COMPARES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Against the platforms you're probably already evaluating.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20624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1920240"/>
                <a:gridCol w="1371600"/>
                <a:gridCol w="1463040"/>
                <a:gridCol w="137160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ArchAI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Spacelift / env0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Pulumi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StackGen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Generic AI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Natural-language generation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Partial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Validates before you see it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Post-deploy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Brownfield migration plan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Limited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Built-in cost comparison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Needs add-on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Unclear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✗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Transparent SMB pricing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</a:rPr>
                        <a:t>Free → $199/mo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$349–1,500+/mo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Free (self-run)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Quote-only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035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</a:rPr>
              <a:t>Reflects each platform's publicly stated capabilities as of 2026 — verify current details directly with each vendor.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ArchAI — A product from nexplanit.com  ·  info@nexplan.io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stand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</a:rPr>
              <a:t>TECHNICAL ARCHITECTURE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</a:rPr>
              <a:t>How it actually works under the hood.</a:t>
            </a:r>
            <a:endParaRPr lang="en-US" sz="2200" dirty="0"/>
          </a:p>
        </p:txBody>
      </p:sp>
      <p:pic>
        <p:nvPicPr>
          <p:cNvPr id="5" name="Image 1" descr="/home/claude/cto-page/architecture-diagram.png">    </p:cNvPr>
          <p:cNvPicPr>
            <a:picLocks noChangeAspect="1"/>
          </p:cNvPicPr>
          <p:nvPr/>
        </p:nvPicPr>
        <p:blipFill>
          <a:blip r:embed="rId2"/>
          <a:srcRect l="0" r="0" t="-9443" b="-9443"/>
          <a:stretch/>
        </p:blipFill>
        <p:spPr>
          <a:xfrm>
            <a:off x="822960" y="1508760"/>
            <a:ext cx="10515600" cy="5120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ArchAI — A product from nexplanit.com  ·  info@nexplan.io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onwhite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9999"/>
                </a:solidFill>
              </a:rPr>
              <a:t>PRICING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Start free. Scale as you grow.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Scout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34747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3 blueprints/mo · AWS only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20116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42900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$49/mo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611880" y="34747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25 blueprints/mo · All clouds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0116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Team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1792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$199/mo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400800" y="34747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150 blueprints/mo · Brownfield included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06840" y="20116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0684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Enterprise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00684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$1,500/mo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189720" y="34747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Unlimited · SSO · Dedicated support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ArchAI — A product from nexplanit.com  ·  info@nexplan.io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to-page/archai-logo-onwhite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201168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7490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Ready to see it on your infrastructure?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371600" y="45262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AAA"/>
                </a:solidFill>
              </a:rPr>
              <a:t>arch.nexplan.io  ·  info@nexplan.io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371600" y="62179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 product from nexplanit.com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2026-07-15T04:56:50Z</dcterms:created>
  <dcterms:modified xsi:type="dcterms:W3CDTF">2026-07-15T04:56:50Z</dcterms:modified>
</cp:coreProperties>
</file>